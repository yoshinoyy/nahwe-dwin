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DY_MASTER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8890">
            <a:solidFill>
              <a:srgbClr val="DDE9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836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7A8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STEADY  /  STUDENT STRESS &amp; WORKLOAD MANAGER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277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PROJECT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space for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18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matters.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651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Steady turns a student’s deadlines, energy, and stress into one realistic next step for today.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3685032"/>
            <a:ext cx="2423160" cy="274320"/>
          </a:xfrm>
          <a:prstGeom prst="roundRect">
            <a:avLst/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94176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7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STRESS &amp; WORKLOAD MANAGER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422452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5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“I have too much to do”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D5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“I know what to do next.”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60720" y="621792"/>
            <a:ext cx="5797296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AE6"/>
            </a:solidFill>
            <a:prstDash val="solid"/>
          </a:ln>
        </p:spPr>
      </p:sp>
      <p:pic>
        <p:nvPicPr>
          <p:cNvPr id="9" name="Image 0" descr="Live Steady dashboard showing check-in, workload metrics, tasks, and today's focu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79008" y="640080"/>
            <a:ext cx="576072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70448" y="618134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calmer starting point for real student life.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277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SOLUTION + NOVELTY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8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twist is capacity,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8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more pressure.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9019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productivity tools ask students to manage an ideal day. Steady plans around the day they actually have.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788920"/>
            <a:ext cx="3246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A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81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USUAL TO-DO LIST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everything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long list treats every task as equally urgent—even when energy and time are limited.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4617720"/>
            <a:ext cx="91440" cy="91440"/>
          </a:xfrm>
          <a:prstGeom prst="ellipse">
            <a:avLst/>
          </a:prstGeom>
          <a:solidFill>
            <a:srgbClr val="F8E3D7"/>
          </a:solidFill>
          <a:ln w="12700">
            <a:solidFill>
              <a:srgbClr val="F8E3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59028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65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tabs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4818888"/>
            <a:ext cx="91440" cy="91440"/>
          </a:xfrm>
          <a:prstGeom prst="ellipse">
            <a:avLst/>
          </a:prstGeom>
          <a:solidFill>
            <a:srgbClr val="F8E3D7"/>
          </a:solidFill>
          <a:ln w="12700">
            <a:solidFill>
              <a:srgbClr val="F8E3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791456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65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guilt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5020056"/>
            <a:ext cx="91440" cy="91440"/>
          </a:xfrm>
          <a:prstGeom prst="ellipse">
            <a:avLst/>
          </a:prstGeom>
          <a:solidFill>
            <a:srgbClr val="F8E3D7"/>
          </a:solidFill>
          <a:ln w="12700">
            <a:solidFill>
              <a:srgbClr val="F8E3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992624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65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avoidance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24528" y="2788920"/>
            <a:ext cx="3246120" cy="2286000"/>
          </a:xfrm>
          <a:prstGeom prst="roundRect">
            <a:avLst/>
          </a:prstGeom>
          <a:solidFill>
            <a:srgbClr val="277B78"/>
          </a:solidFill>
          <a:ln w="12700">
            <a:solidFill>
              <a:srgbClr val="277B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081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DC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STEADY APPROACH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3456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what matters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80560" y="38862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in, see your capacity, and receive one useful next step—not a lecture.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4617720"/>
            <a:ext cx="91440" cy="91440"/>
          </a:xfrm>
          <a:prstGeom prst="ellipse">
            <a:avLst/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59028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Realistic capacity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0" y="4818888"/>
            <a:ext cx="91440" cy="91440"/>
          </a:xfrm>
          <a:prstGeom prst="ellipse">
            <a:avLst/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79145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 starting step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0560" y="5020056"/>
            <a:ext cx="91440" cy="91440"/>
          </a:xfrm>
          <a:prstGeom prst="ellipse">
            <a:avLst/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992624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by default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92440" y="28163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product decisions make the difference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01584" y="332841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7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58784" y="33101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Capacity-aware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58784" y="3557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 respects the time a student actually has.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01584" y="405993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7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58784" y="404164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Stress-responsive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58784" y="4288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stress shrinks the next action and offers a reset.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01584" y="479145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7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58784" y="47731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Privacy-first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58784" y="5020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Check-ins stay in the browser; no account is required.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277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PROTOTYPE DEMO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four-step journey from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8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overwhelm to action.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8470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is the interface: each screen decision makes the next action feel smaller and clearer.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40680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AE6"/>
            </a:solidFill>
            <a:prstDash val="solid"/>
          </a:ln>
        </p:spPr>
      </p:sp>
      <p:pic>
        <p:nvPicPr>
          <p:cNvPr id="6" name="Image 0" descr="Live Steady dashboard prototyp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" y="2130552"/>
            <a:ext cx="5394960" cy="44988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30368" y="4434840"/>
            <a:ext cx="8046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AE6"/>
            </a:solidFill>
            <a:prstDash val="solid"/>
          </a:ln>
        </p:spPr>
      </p:sp>
      <p:pic>
        <p:nvPicPr>
          <p:cNvPr id="8" name="Image 1" descr="Live Steady mobile layou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48656" y="4453128"/>
            <a:ext cx="768096" cy="1874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46520" y="2532888"/>
            <a:ext cx="329184" cy="329184"/>
          </a:xfrm>
          <a:prstGeom prst="ellipse">
            <a:avLst/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25786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976872" y="2514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976872" y="27614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Stress, energy, and time set the day’s constraints.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446520" y="3310128"/>
            <a:ext cx="329184" cy="329184"/>
          </a:xfrm>
          <a:prstGeom prst="ellipse">
            <a:avLst/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335584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976872" y="3291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the load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976872" y="35387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work is translated into effort and status.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446520" y="4087368"/>
            <a:ext cx="329184" cy="329184"/>
          </a:xfrm>
          <a:prstGeom prst="ellipse">
            <a:avLst/>
          </a:prstGeom>
          <a:solidFill>
            <a:srgbClr val="277B78"/>
          </a:solidFill>
          <a:ln w="12700">
            <a:solidFill>
              <a:srgbClr val="277B7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6520" y="41330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976872" y="40690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976872" y="43159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focus card recommends the best next task.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46520" y="4864608"/>
            <a:ext cx="329184" cy="329184"/>
          </a:xfrm>
          <a:prstGeom prst="ellipse">
            <a:avLst/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6520" y="49103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5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976872" y="48463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small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976872" y="50932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25-minute session turns intention into motion.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446520" y="5806440"/>
            <a:ext cx="1115568" cy="274320"/>
          </a:xfrm>
          <a:prstGeom prst="roundRect">
            <a:avLst/>
          </a:prstGeom>
          <a:solidFill>
            <a:srgbClr val="F8E3D7"/>
          </a:solidFill>
          <a:ln w="12700">
            <a:solidFill>
              <a:srgbClr val="F8E3D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46520" y="5815584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65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MOMENT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7708392" y="579729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D5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stress to high → watch Steady recommend the smallest useful start.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277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TECH STACK + BUILD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enough to ship.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8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Thoughtful enough to matter.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8562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MVP stays lightweight so the team can spend its build time on the planning experience—not infrastructure.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166420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A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834640"/>
            <a:ext cx="292608" cy="292608"/>
          </a:xfrm>
          <a:prstGeom prst="ellipse">
            <a:avLst/>
          </a:prstGeom>
          <a:solidFill>
            <a:srgbClr val="F8E3D7"/>
          </a:solidFill>
          <a:ln w="12700">
            <a:solidFill>
              <a:srgbClr val="F8E3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274320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52728" y="297180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server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2889504"/>
            <a:ext cx="237744" cy="219456"/>
          </a:xfrm>
          <a:prstGeom prst="rightArrow">
            <a:avLst/>
          </a:prstGeom>
          <a:solidFill>
            <a:srgbClr val="277B78"/>
          </a:solidFill>
          <a:ln w="12700">
            <a:solidFill>
              <a:srgbClr val="277B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2606040"/>
            <a:ext cx="166420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A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62072" y="2834640"/>
            <a:ext cx="292608" cy="292608"/>
          </a:xfrm>
          <a:prstGeom prst="ellipse">
            <a:avLst/>
          </a:prstGeom>
          <a:solidFill>
            <a:srgbClr val="DCECF4"/>
          </a:solidFill>
          <a:ln w="12700">
            <a:solidFill>
              <a:srgbClr val="DCEC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274320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/ CSS / 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64408" y="297180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UI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34840" y="2889504"/>
            <a:ext cx="237744" cy="219456"/>
          </a:xfrm>
          <a:prstGeom prst="rightArrow">
            <a:avLst/>
          </a:prstGeom>
          <a:solidFill>
            <a:srgbClr val="277B78"/>
          </a:solidFill>
          <a:ln w="12700">
            <a:solidFill>
              <a:srgbClr val="277B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2606040"/>
            <a:ext cx="166420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A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73752" y="2834640"/>
            <a:ext cx="292608" cy="292608"/>
          </a:xfrm>
          <a:prstGeom prst="ellipse">
            <a:avLst/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274320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76088" y="297180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state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" y="3730752"/>
            <a:ext cx="5440680" cy="274320"/>
          </a:xfrm>
          <a:prstGeom prst="roundRect">
            <a:avLst/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39896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ACCOUNT  /  NO API KEY  /  NO DATA LEAVES THE BROWSER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03720" y="259689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3-week build plan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03720" y="3081528"/>
            <a:ext cx="4343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A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59168" y="3227832"/>
            <a:ext cx="640080" cy="274320"/>
          </a:xfrm>
          <a:prstGeom prst="roundRect">
            <a:avLst/>
          </a:prstGeom>
          <a:solidFill>
            <a:srgbClr val="F8E3D7"/>
          </a:solidFill>
          <a:ln w="12700">
            <a:solidFill>
              <a:srgbClr val="F8E3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9168" y="323697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909560" y="3172968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98280" y="318211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Tasks, check-in, persistence, responsive dashboard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903720" y="3858768"/>
            <a:ext cx="4343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A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59168" y="4005072"/>
            <a:ext cx="640080" cy="274320"/>
          </a:xfrm>
          <a:prstGeom prst="roundRect">
            <a:avLst/>
          </a:prstGeom>
          <a:solidFill>
            <a:srgbClr val="DCECF4"/>
          </a:solidFill>
          <a:ln w="12700">
            <a:solidFill>
              <a:srgbClr val="DCEC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401421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909560" y="3950208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98280" y="395935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scoring, task breakdown, weekly workload view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903720" y="4636008"/>
            <a:ext cx="43434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A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59168" y="4782312"/>
            <a:ext cx="640080" cy="274320"/>
          </a:xfrm>
          <a:prstGeom prst="roundRect">
            <a:avLst/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9168" y="479145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909560" y="4727448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+ launch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98280" y="473659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Accessibility, insights, user test, deploy, demo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685800" y="4663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of done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3232" y="5056632"/>
            <a:ext cx="91440" cy="91440"/>
          </a:xfrm>
          <a:prstGeom prst="ellipse">
            <a:avLst/>
          </a:prstGeom>
          <a:solidFill>
            <a:srgbClr val="277B78"/>
          </a:solidFill>
          <a:ln w="12700">
            <a:solidFill>
              <a:srgbClr val="277B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5020056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can add a deadline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3232" y="5349240"/>
            <a:ext cx="91440" cy="91440"/>
          </a:xfrm>
          <a:prstGeom prst="ellipse">
            <a:avLst/>
          </a:prstGeom>
          <a:solidFill>
            <a:srgbClr val="277B78"/>
          </a:solidFill>
          <a:ln w="12700">
            <a:solidFill>
              <a:srgbClr val="277B7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" y="531266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Steady recommends one next step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3232" y="5641848"/>
            <a:ext cx="91440" cy="91440"/>
          </a:xfrm>
          <a:prstGeom prst="ellipse">
            <a:avLst/>
          </a:prstGeom>
          <a:solidFill>
            <a:srgbClr val="277B78"/>
          </a:solidFill>
          <a:ln w="12700">
            <a:solidFill>
              <a:srgbClr val="277B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" y="560527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28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 updates after completion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7B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DC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Impact + close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student should not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 more willpower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begin.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3063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C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need a plan that respects their capacity, protects their attention, and makes the next step feel possible.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4114800"/>
            <a:ext cx="4983480" cy="987552"/>
          </a:xfrm>
          <a:prstGeom prst="roundRect">
            <a:avLst/>
          </a:prstGeom>
          <a:solidFill>
            <a:srgbClr val="1D5554"/>
          </a:solidFill>
          <a:ln w="12700">
            <a:solidFill>
              <a:srgbClr val="1D55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43434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impact hypothesis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4599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students see one realistic next action, they start sooner and carry less decision overload.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29400" y="777240"/>
            <a:ext cx="48006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22592" y="1188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for the user?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59168" y="1883664"/>
            <a:ext cx="347472" cy="347472"/>
          </a:xfrm>
          <a:prstGeom prst="ellipse">
            <a:avLst/>
          </a:prstGeom>
          <a:solidFill>
            <a:srgbClr val="F8E3D7"/>
          </a:solidFill>
          <a:ln w="12700">
            <a:solidFill>
              <a:srgbClr val="F8E3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8470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7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35240" y="2103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scattered list and no clear starting point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59168" y="2871216"/>
            <a:ext cx="347472" cy="347472"/>
          </a:xfrm>
          <a:prstGeom prst="ellipse">
            <a:avLst/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28346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7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30906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prioritized task sized to today’s capacity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59168" y="3858768"/>
            <a:ext cx="347472" cy="347472"/>
          </a:xfrm>
          <a:prstGeom prst="ellipse">
            <a:avLst/>
          </a:prstGeom>
          <a:solidFill>
            <a:srgbClr val="DCECF4"/>
          </a:solidFill>
          <a:ln w="12700">
            <a:solidFill>
              <a:srgbClr val="DCEC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3822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7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35240" y="40782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8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rhythm of focus, reset, and progress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4736592"/>
            <a:ext cx="3886200" cy="0"/>
          </a:xfrm>
          <a:prstGeom prst="line">
            <a:avLst/>
          </a:prstGeom>
          <a:noFill/>
          <a:ln w="10160">
            <a:solidFill>
              <a:srgbClr val="E0EAE6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7022592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5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small. Stay steady.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steady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22592" y="59710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C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productivity prototype — not a medical tool.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B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Steady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Steady — Student Stress &amp; Workload Manager</dc:title>
  <dc:subject>Steady hackathon presentation</dc:subject>
  <dc:creator>Steady team</dc:creator>
  <cp:lastModifiedBy>Steady team</cp:lastModifiedBy>
  <cp:revision>1</cp:revision>
  <dcterms:created xsi:type="dcterms:W3CDTF">2026-09-11T05:58:45Z</dcterms:created>
  <dcterms:modified xsi:type="dcterms:W3CDTF">2026-09-11T05:58:45Z</dcterms:modified>
</cp:coreProperties>
</file>